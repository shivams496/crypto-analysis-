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ZORO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 INTELLIGENCE  TERMINAL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4846320" cy="36576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multi-coin crypto trading bot — built from a basic RSI script to a full AI system.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neural network  ·  Reinforcement Learning  ·  Live WebSockets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 ·  Binance Testnet  ·  Streamlit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(ZORO)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G Final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8620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74320"/>
            <a:ext cx="3154680" cy="4553712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4389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 STATS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713232"/>
            <a:ext cx="283464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896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896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/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1243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23760" y="1243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G  (7 total)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23760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 BTC SOL BNB ADA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+ RL PPO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win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alpha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+38.8% vs RSI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0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Telegram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2376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KATANA (Streamlit)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 ·  TENSORFLOW  ·  STABLE-BASELINES3  ·  BINANCE API  ·  STREAMLIT  ·  WEBSOCKETS  ·  VADER NLP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9144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E31E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1426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6968" y="15727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automated bots beat manual trading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18196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Journey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1965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upgrades A→G, what changed each time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03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" y="22128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6968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library, framework and API used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96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6968" y="26060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6968" y="27523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 + 180d OHLCV + 9 engineered features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90088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6968" y="29992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Neural Network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6968" y="314553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architecture, 7 inputs, 4h prediction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" y="3392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6968" y="3538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NLP + CoinDesk/Messari + crypto lexicon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76472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E31E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76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" y="37856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6968" y="39319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7-gate scoring, confidence thresholds, short selling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9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6968" y="41788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86968" y="43251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vectorbt, 1 year data, RL vs RSI vs Buy &amp; Hold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562856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628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6968" y="45720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PPO Agent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86968" y="471830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Stable-Baselines3, custom Gym env, 10-dim obs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36592" y="1417320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1426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&amp; Live Loop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66360" y="15727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stream, 5-min monitor, Telegram alerts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36592" y="1810512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810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18196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66360" y="1965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trading, real order execution, multi-coin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36592" y="2203704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2203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22128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KATANA Dashboard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66360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6-tab Streamlit: Charts, Signals, Sentiment, RL...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36592" y="2596896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2596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26060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Cell Map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166360" y="27523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cells C0–C10 — execution order explained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36592" y="2990088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E31E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66360" y="29992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166360" y="314553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5.5/10 bot vs ZORO 8.5/10 feature diff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36592" y="3383280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66360" y="3392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Config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166360" y="3538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vars, Config class, cell run order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36592" y="3776472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3776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66360" y="37856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Performance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166360" y="39319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stats, RL vs RSI backtest numbers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36592" y="4169664"/>
            <a:ext cx="365760" cy="274320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36592" y="4169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166360" y="41788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166360" y="43251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trading, walk-forward, Discord integration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Build an AI Trading Bot?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114800" cy="1417320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64008" cy="141732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07008" y="1572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Retail Traders Lose Money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883664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decisions, no stop-losses, chasing pumps. Over 80% of retail crypto traders lose money. Rule-based, emotion-free execution is critical.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481328"/>
            <a:ext cx="4114800" cy="141732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81328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50408" y="1572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Never Sleep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50408" y="1883664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trades 24/7/365. A human cannot monitor 5 coins simultaneously at 3am. A bot can act instantly on any signal at any hour.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4114800" cy="141732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27248"/>
            <a:ext cx="64008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07008" y="3218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Overload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3529584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RSI, MACD, Bollinger Bands, order flow, news sentiment, SMC/ICT — processing all 7 signals manually in real-time is impossible.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127248"/>
            <a:ext cx="4114800" cy="141732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127248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50408" y="3218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Feeling Is Not a Strategy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0408" y="3529584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edge in trading comes from systematic, data-driven, reproducible rules. No emotions, no FOMO, no social media tips.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Upgrades: A → 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2336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3-layer LSTM neural network (TensorFlow). Predicts UP/DOWN probability 4h ahead. 7 input features, 60-step sequence.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17904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00200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64208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64208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vectorbt. Tested RSI 25/75 strategy across 1 year of data. Got real performance numbers: return, win rate, drawdown.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5768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98064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98064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62072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SMC/ICT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62072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Money Concepts — liquidity sweeps, order blocks, market structure shift added to signal engine. +20 pts per gate.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13632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95928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5928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95928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59936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59936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 PPO agent trained 200K steps on custom Gym environment. Actions: BUY/SELL/HOLD (3 discrete).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11496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93792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93792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57800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from ETH-only to 5 coins: ETH, BTC, SOL, BNB, ADA. Parallel monitoring with asyncio. All 5 run in same loop.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91656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E31E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91656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55664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7-Gate Engine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55664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thresholds tightened 30/70 → 25/75. Short selling enabled. 7-gate confidence scoring 0–100pts. 180d data period.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07224" y="2414016"/>
            <a:ext cx="54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89520" y="1463040"/>
            <a:ext cx="109728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1810512"/>
            <a:ext cx="1097280" cy="265176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53528" y="1901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Trading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653528" y="2212848"/>
            <a:ext cx="969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WebSocket live tick feed. Multi-coin paper trading on Binance Testnet. Telegram alerts. KATANA Streamlit dashboard.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590288"/>
            <a:ext cx="3200400" cy="237744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59028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Original Bot (5.5/10)  ·  RSI 30/70 only  ·  ETH only  ·  no AI  ·  hardcoded password  ·  yfinance polling  ·  60d data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0" y="4590288"/>
            <a:ext cx="4846320" cy="237744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45902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ZORO (8.5/10)  ·  7 indicators  ·  5 coins  ·  LSTM + RL  ·  Telegram  ·  Binance Testnet  ·  180d  ·  walk-forward  ·  .env creds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0515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Libraries, Frameworks &amp; APIs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81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174650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9476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33472" y="1417320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1417320"/>
            <a:ext cx="64008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481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TensorFlow/Keras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61488" y="174650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neural network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61488" y="19476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9744" y="1417320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141732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81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174650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PPO agent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19476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86016" y="1417320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86016" y="141732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481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Gymnasium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14032" y="174650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RL env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19476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gymnasium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258568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25856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23225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" y="25877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OHLCV history fetch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7889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33472" y="2258568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33472" y="2258568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23225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61488" y="25877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61488" y="27889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numpy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9744" y="2258568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9744" y="2258568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3225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25877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MinMaxScaler, utils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27889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86016" y="2258568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86016" y="2258568"/>
            <a:ext cx="64008" cy="7498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23225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vectorbt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114032" y="25877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 engine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14032" y="27889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vectorbt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099816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309981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316382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python-binance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5216" y="342900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order exec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63016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python-binance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33472" y="3099816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633472" y="3099816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61488" y="316382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761488" y="342900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price stream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61488" y="363016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09744" y="3099816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09744" y="3099816"/>
            <a:ext cx="64008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16382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NLP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937760" y="342900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scoring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37760" y="363016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vaderSentiment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986016" y="3099816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0A0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986016" y="3099816"/>
            <a:ext cx="64008" cy="74980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14032" y="316382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feedparser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14032" y="342900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news ingestion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114032" y="363016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feedparser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3941064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57200" y="3941064"/>
            <a:ext cx="64008" cy="7498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85216" y="42702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KATANA dashboard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5216" y="447141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633472" y="3941064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633472" y="3941064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61488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761488" y="42702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61488" y="447141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09744" y="3941064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809744" y="3941064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937760" y="42702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credentials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937760" y="447141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986016" y="3941064"/>
            <a:ext cx="2084832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0A0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986016" y="3941064"/>
            <a:ext cx="64008" cy="74980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14032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pytz + smtplib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114032" y="42702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Timezone + email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114032" y="447141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pytz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Data Flows into ZORO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55448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1408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180d / 1h OHLCV bars for all 5 coins (Cell 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39112" y="213969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444752"/>
            <a:ext cx="155448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4028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21992" y="2267712"/>
            <a:ext cx="1408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live tick feed — wss://stream.binance.com (Cell 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30752" y="213969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1444752"/>
            <a:ext cx="155448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3192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13632" y="2267712"/>
            <a:ext cx="1408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technical indicators calculated from raw OHLCV 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22392" y="213969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1444752"/>
            <a:ext cx="155448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2356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05272" y="2267712"/>
            <a:ext cx="1408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MinMaxScaler applied for LSTM input features 0–1 range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213969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23760" y="1444752"/>
            <a:ext cx="155448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1520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2267712"/>
            <a:ext cx="1408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60-step seq × 7 features per timestep → LSTM prediction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493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  (Cell 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(14)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37856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gain/loss ratio → 0–100 scale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3280" y="3785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buy/sell gate (threshold 25/75)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7856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SMA20 ± 2σ → Upper, Middle, Lower, Width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26680" y="3785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detection + reversal signals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041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0" y="4041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EMA12 − EMA26; signal = EMA9(MACD hist)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0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gate (+10 pts in signal engine)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4041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(14)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4041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Max(H−L, |H−PrevC|, |L−PrevC|) 14-period roll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26680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Stop-loss sizing (ATR × 1.5)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20 / 50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297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rolling mean 20 and 50 periods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83280" y="4297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identification + SMC structure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00600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Ratio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4297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÷ 20-period avg volume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26680" y="4297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input feature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553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28800" y="4553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− Close[t−10] (10-bar price change)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83280" y="4553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input feature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00600" y="4553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Return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72200" y="4553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Close.pct_change() — percentage daily move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26680" y="45537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metrics calculation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91440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Neural Network (Upgrade A)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128016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timesteps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features each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(seq_len × features)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10512" y="217627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1444752"/>
            <a:ext cx="128016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8470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units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return_sequences=True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27832" y="217627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444752"/>
            <a:ext cx="128016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units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return_sequences=False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45152" y="217627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444752"/>
            <a:ext cx="128016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8470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units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ReLU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62472" y="217627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444752"/>
            <a:ext cx="128016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84708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sigmoid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P(price UP 4h)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2743200" cy="1554480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502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 (7)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" y="380390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776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price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396849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(14)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" y="4133088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105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 histogram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429768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4270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 Width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446227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4434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(14)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6928" y="462686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5994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20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" y="479145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47640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Ratio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55848" y="3429000"/>
            <a:ext cx="2743200" cy="155448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65576" y="3502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65576" y="38039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3776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length: 60 bars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65576" y="396849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93592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Horizon: 4 hours ahead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65576" y="413308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3592" y="4105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split: 80/20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65576" y="429768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4270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65576" y="446227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93592" y="4434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Binary Crossentropy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65576" y="462686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93592" y="45994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10, Batch size: 32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65576" y="47914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93592" y="47640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saved: lstm_model.h5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54496" y="3429000"/>
            <a:ext cx="2743200" cy="1554480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364224" y="3502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LOGIC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64224" y="3803904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3776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 &gt; 0.60 → BULLISH +20 confidence pts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364224" y="3968496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 &lt; 0.40 → BEARISH +20 confidence pts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364224" y="413308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4105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0.40–0.60  → UNCERTAIN (0 pts added)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64224" y="4297680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4270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ETH-USD data (primary coin)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64224" y="4462272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4434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from disk each cycle (fast)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64224" y="4626864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45994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 needed per monitoring run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364224" y="4791456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47640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4-hour forecast horizon for all signals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0515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 — VADER NLP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05740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Feeds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CoinDesk + Messari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headlines each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feedparser library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42032" y="213969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33472" y="1444752"/>
            <a:ext cx="205740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24912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NLP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SentimentIntensityAnalyzer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custom crypto lexicon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domain terms added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18304" y="213969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9744" y="1444752"/>
            <a:ext cx="205740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1184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1184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all headlines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 to +1.0 scale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94576" y="213969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86016" y="1444752"/>
            <a:ext cx="205740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86016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77456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77456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&gt; +0.15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 &lt; −0.15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otherwise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4160520" cy="150876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47472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CRYPTO LEXICON  (17 terms added to VADER)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6072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234440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1016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00200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92808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9384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rally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58568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51176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916936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9544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575304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67912" y="3776472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04488" y="37764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33672" y="3776472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76072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41832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234440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71016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halving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892808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9384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258568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51176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87752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916936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09544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575304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67912" y="4087368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04488" y="4087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33672" y="4087368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" y="4398264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" y="439826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41832" y="439826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−3.5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234440" y="4398264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71016" y="439826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600200" y="439826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892808" y="4398264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29384" y="439826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258568" y="439826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51176" y="4398264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87752" y="439826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916936" y="439826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−1.5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209544" y="4398264"/>
            <a:ext cx="594360" cy="24688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46120" y="439826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575304" y="439826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−1.5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54880" y="3401568"/>
            <a:ext cx="3931920" cy="150876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4864608" y="347472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SIGNAL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64608" y="3776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+0.20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355080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— +15 confidence pts added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864608" y="3995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≤ −0.20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355080" y="3995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BEARISH — +15 confidence pts added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864608" y="4215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−0.20 to +0.20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355080" y="42153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— 0 pts added to score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864608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355080" y="4434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fetched from each RSS feed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864608" y="4654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355080" y="46542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monitoring cycle (~5 min)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7-Gate Confidence Scoring (Upgrade F)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64008" cy="36576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453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oversold / overbought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gate — RSI &lt; 25 (BUY) or RSI &gt; 75 (SELL) — hard filter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804672" cy="274320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63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1E24"/>
                </a:solidFill>
              </a:rPr>
              <a:t>GATE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00600" y="1472184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E31E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721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9385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29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SMC/ICT Liquidity Sweep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Bullish/bearish sweep: price breaks recent high/low then reverses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31920" y="1947672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9476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4140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404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SMC/ICT Order Block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26151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or moderate order block confirmed in trend direction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0" y="2423160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42316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28895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880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 Crossover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090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 histogram aligns with signal direction (positive/negative)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31920" y="2898648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89864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364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355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AI Prediction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35661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probability &gt; 60% (bullish) or &lt; 40% (bearish) — 4h horizon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31920" y="3374136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3741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384048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3831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compound score ≥ +0.20 (bullish) or ≤ −0.20 (bearish)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849624"/>
            <a:ext cx="621792" cy="256032"/>
          </a:xfrm>
          <a:prstGeom prst="rect">
            <a:avLst/>
          </a:prstGeom>
          <a:solidFill>
            <a:srgbClr val="14141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84962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370832"/>
            <a:ext cx="4389120" cy="329184"/>
          </a:xfrm>
          <a:prstGeom prst="rect">
            <a:avLst/>
          </a:prstGeom>
          <a:solidFill>
            <a:srgbClr val="1A0000"/>
          </a:solidFill>
          <a:ln w="19050">
            <a:solidFill>
              <a:srgbClr val="E31E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SCORE = 95 pts (capped at 100)  ·  Base: 50 pts per signal direction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1426464"/>
            <a:ext cx="3840480" cy="1828800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83480" y="1499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56048" y="1810512"/>
            <a:ext cx="749808" cy="256032"/>
          </a:xfrm>
          <a:prstGeom prst="rect">
            <a:avLst/>
          </a:prstGeom>
          <a:solidFill>
            <a:srgbClr val="111111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18105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 pts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60720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12280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position — alert sent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56048" y="2139696"/>
            <a:ext cx="749808" cy="256032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2139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 pts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0" y="2139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12280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position — alert sent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56048" y="2468880"/>
            <a:ext cx="749808" cy="256032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2468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40 pts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12280" y="2468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only — no alert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56048" y="2798064"/>
            <a:ext cx="749808" cy="256032"/>
          </a:xfrm>
          <a:prstGeom prst="rect">
            <a:avLst/>
          </a:prstGeom>
          <a:solidFill>
            <a:srgbClr val="111111"/>
          </a:solidFill>
          <a:ln w="15240">
            <a:solidFill>
              <a:srgbClr val="A0A0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27980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40 pts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60720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12280" y="27980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completely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46320" y="3401568"/>
            <a:ext cx="3840480" cy="129844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83480" y="34747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SIZING — 2% RISK RULE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83480" y="374904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distance: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55080" y="3749040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× 1.5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983480" y="39044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size: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55080" y="390448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(portfolio × 2%) ÷ stop distance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983480" y="405993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price: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55080" y="4059936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+ stop × 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983480" y="421538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R:R ratio: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55080" y="4215384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1 : 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983480" y="43708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exposure: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55080" y="4370832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total portfolio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983480" y="452628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selling: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4526280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from Upgrade F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4630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Performance Comparison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560320" cy="1325880"/>
          </a:xfrm>
          <a:prstGeom prst="rect">
            <a:avLst/>
          </a:prstGeom>
          <a:solidFill>
            <a:srgbClr val="0A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17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 RETURN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-1.6%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market period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444752"/>
            <a:ext cx="2560320" cy="1325880"/>
          </a:xfrm>
          <a:prstGeom prst="rect">
            <a:avLst/>
          </a:prstGeom>
          <a:solidFill>
            <a:srgbClr val="1A0000"/>
          </a:solidFill>
          <a:ln w="1905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517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STRATEGY RETURN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18688" y="17190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-40.4%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64408" y="23225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period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88736" y="1444752"/>
            <a:ext cx="2560320" cy="132588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0176" y="1517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vs RSI ALPHA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34456" y="17190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+38.8%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980176" y="23225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36669"/>
            <a:ext cx="1097280" cy="43891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98925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3931920"/>
            <a:ext cx="109728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941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4526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&amp; Hold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3372307"/>
            <a:ext cx="1097280" cy="1108253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134563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526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Strategy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3840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402336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73168" y="329184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64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 dramatically outperforms RSI in bear market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3566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5387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rate: RL 64.8% vs RSI 58.5%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384048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130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strategies tested in same bear market period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41148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0873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matters — results improve in bull markets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43891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361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 on 2025–2026 live data before real capital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vectorbt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1700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1 year (1h bars)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capital: $10,000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Fee: 0.1% per trade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2359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Return, Win Rate, Drawdown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3168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&amp; Hold return (bear): −20%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745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 PPO Agent (Upgrade D)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572768" cy="1938528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1790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OpenAI Gym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CryptoTradingEnv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 ETH-USD 1h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230428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444752"/>
            <a:ext cx="1572768" cy="1938528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51790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21992" y="20116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21992" y="22860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10-dim float32 vector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RSI, MACD, BB, SMC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Sentiment, LSTM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230428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1444752"/>
            <a:ext cx="1572768" cy="1938528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151790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13632" y="20116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Agent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13632" y="22860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 PPO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MlpPolicy (64×64)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200K steps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40680" y="230428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1444752"/>
            <a:ext cx="1572768" cy="1938528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151790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05272" y="20116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Space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05272" y="22860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discrete actions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= HOLD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BUY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= SELL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32320" y="230428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23760" y="1444752"/>
            <a:ext cx="1572768" cy="193852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1517904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96912" y="20116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96912" y="228600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value 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selling penalized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Saved: zoro_ppo_agent.zip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493008"/>
            <a:ext cx="4754880" cy="146304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" y="356616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10-DIM OBSERVATION VECTOR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38587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obs[0]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61288" y="3858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09928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(rsi − 50) / 50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98648" y="38587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obs[1]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93008" y="3858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41648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 histogram value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40599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obs[2]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61288" y="4059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09928" y="4059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 placeholder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98648" y="40599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obs[3]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93008" y="4059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41648" y="4059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SMC/ICT structure placeholder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" y="42611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obs[4]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61288" y="42611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09928" y="4261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ratio (0.5 default)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898648" y="42611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obs[5]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93008" y="42611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41648" y="4261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score placeholder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928" y="4462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obs[6]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61288" y="4462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709928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direction placeholder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98648" y="4462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obs[7]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493008" y="4462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41648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lstm_prob − 0.5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6928" y="4663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obs[8]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61288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709928" y="4663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signal score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898648" y="4663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obs[9]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493008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041648" y="4663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extension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49240" y="3493008"/>
            <a:ext cx="3337560" cy="146304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458968" y="356616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 RESULTS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58968" y="3858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76656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458968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return: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766560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−1.6% (bear market)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58968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return: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76656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−40.4% (bear market)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58968" y="4407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Alpha: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76656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+38.8% vs RSI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458968" y="4590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file: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766560" y="4590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zoro_ppo_agent.zip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458968" y="47731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76656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Streaming &amp; Live Monitor Loop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4114800" cy="3291840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5179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WEBSOCKET STREAM  (Cell 2)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pattern: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wss://stream.binance.com:9443/ws/{symbol}@trade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194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type: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stream — every filled order tick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505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25054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ethusdt · btcusdt · solusdt · bnbusdt · adausdt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8163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— all 5 coins in parallel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fields: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31272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price, q = quantity, T = timestamp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34381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price_buffer dict per symbol — stores all ticks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749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20s demo; infinite loop in production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83080" y="40599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 (async Python)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444752"/>
            <a:ext cx="3931920" cy="3291840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151790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 LOOP  (Cell 6)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1883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1883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 minutes (300 seconds)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64608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1945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— ETH, BTC, SOL, BNB, ADA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cycle: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2505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2d OHLCV → compute RSI → check 25/75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64608" y="2816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28163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Re-fetched every cycle from RSS feeds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64608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312724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HTML + Gmail SMTP on signal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64608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save: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34381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zoro_state.pkl — persists trade log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4608" y="37490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method: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37490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STOP_FLAG = True in new cell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64608" y="40599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40599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25/75 + SMC + LSTM + Sentiment + RL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Binance Testnet — Multi-Coin Trading (Upgrade G)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60020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179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BINANCE_TESTNET_API_KEY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BINANCE_TESTNET_SECRET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.env file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84832" y="2304288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57984" y="1444752"/>
            <a:ext cx="160020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57984" y="15179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31136" y="20116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31136" y="22860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 5d / 1h OHLCV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computed per coin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rolling gain/loss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85616" y="2304288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8768" y="1444752"/>
            <a:ext cx="160020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58768" y="15179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0116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&lt; 25 → BUY 10% USDT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&gt; 75 → SELL 90% balance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25–75 → HOLD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0" y="2304288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9552" y="1444752"/>
            <a:ext cx="160020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59552" y="15179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32704" y="20116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Sizing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32704" y="22860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get_lot_size → LOT_SIZE filter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round_qty → step size floor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qty validation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87184" y="2304288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0336" y="1444752"/>
            <a:ext cx="1600200" cy="1901952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0336" y="15179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33488" y="20116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33488" y="22860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order_market_buy/sell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logged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+ email alert sent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511296"/>
            <a:ext cx="4114800" cy="1463040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" y="358444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BALANCES  (27 May 2026)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3913632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319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114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$88,598.99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3913632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39319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4114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913632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9319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46120" y="4114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4389120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4590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1.2890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4389120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20240" y="4590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7.2660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46120" y="4389120"/>
            <a:ext cx="123444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46120" y="4590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1005.0000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511296"/>
            <a:ext cx="3931920" cy="146304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64608" y="358444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64608" y="38953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97880" y="389534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formatted, parse_mode=HTML, bot API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64608" y="4069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97880" y="406908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SMTP SSL port 465, MIMEText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64608" y="42428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97880" y="42428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BUY/SELL signal in trading loop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64608" y="44165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Contents: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97880" y="44165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Coin, action, price, RSI, qty, order 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64608" y="45902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97880" y="45902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credentials loaded from .env file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64608" y="47640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97880" y="476402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fail — bot continues if alert fails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25880" cy="27432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KATANA — Streamlit Dashboard (6 Tabs)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4937760" cy="3246120"/>
          </a:xfrm>
          <a:prstGeom prst="rect">
            <a:avLst/>
          </a:prstGeom>
          <a:solidFill>
            <a:srgbClr val="141414"/>
          </a:solidFill>
          <a:ln w="19050">
            <a:solidFill>
              <a:srgbClr val="E31E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ZORO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INTELLIGENCE TERMINAL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937760" cy="36576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91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 $2,080  ·  BTC $75,768  ·  SOL $83.62  ·  BNB $652.66  ·  ADA $0.2389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713232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CHARTS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335024" y="2606040"/>
            <a:ext cx="713232" cy="2011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121408" y="2606040"/>
            <a:ext cx="713232" cy="2011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907792" y="2606040"/>
            <a:ext cx="713232" cy="2011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3694176" y="2606040"/>
            <a:ext cx="713232" cy="2011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4480560" y="2606040"/>
            <a:ext cx="713232" cy="2011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548640" y="2852928"/>
            <a:ext cx="301752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07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ETH/USD · Price/RSI/MACD · Live Chart Area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0" y="2852928"/>
            <a:ext cx="164592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9077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FORECAST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703320" y="31272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52.0% UP prob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3-layer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 horizon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03320" y="3913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RSI: 57.77  MACD: 2.04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ATR: 9.39  BB: 0.018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532120" y="1444752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E31E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4447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53328" y="14630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CHARTS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53328" y="16642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Candlestick + RSI + MACD + Bollinger Bands  ·  AI Forecast Engine  ·  LSTM UP% confidence  ·  Indicator Matrix  ·  5-coin RSI overlay  ·  Testnet Balances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32120" y="1975104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9751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53328" y="1993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53328" y="2194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7-gate scoring per coin  ·  Gate breakdown table  ·  Confidence bar 0–100  ·  BUY/SELL/NEUTRAL signal per symbol  ·  Live refresh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2505456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2505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3328" y="25237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27249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NLP live scoring  ·  CoinDesk + Messari RSS  ·  Top headlines display  ·  Compound score gauge  ·  Bullish/Bearish/Neutral signal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32120" y="3035808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3035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53328" y="30540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32552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 controls  ·  USDT balance live  ·  Trade history log  ·  RSI status all 5 coins  ·  One-click buy/sell execution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32120" y="3566160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35661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53328" y="35844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53328" y="37856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RSI 25/75 backtest  ·  vectorbt engine  ·  All 5 coins  ·  Return / Win Rate / Max Drawdown  ·  Full results table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32120" y="4096512"/>
            <a:ext cx="457200" cy="402336"/>
          </a:xfrm>
          <a:prstGeom prst="rect">
            <a:avLst/>
          </a:prstGeom>
          <a:solidFill>
            <a:srgbClr val="1A1A1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4096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53328" y="41148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53328" y="4315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live signals per coin  ·  BUY/SELL/HOLD display  ·  LSTM probability shown  ·  Agent loaded from zoro_ppo_agent.zip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WITH: Streamlit · Plotly · yfinance · Binance API · TensorFlow · Stable-Baselines3 · VADER NLP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059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Cell Execution Map (Jupyter Notebook)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0A0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5389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Credentials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first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8379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deps, load .env, define Config, send_telegram(), send_email(), LOT_SIZE helpers. MUST RUN FIRST.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55848" y="1417320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417320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4173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7328" y="145389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Indicators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16733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67328" y="18379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180d 1h OHLCV for all 5 coins via yfinance. Compute RSI, MACD, BB, ATR, SMA20/50, Momentum, Volume Ratio.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1417320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4173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65976" y="145389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65976" y="16733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1 (optional)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665976" y="18379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streams all 5 Binance trade symbols in parallel for 20s demo. Fills price_buffer.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258568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258568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5856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22951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251460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68680" y="26791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lstm_model.h5 or train from scratch (10 epochs). Predict UP probability for ETH 4h ahead.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55848" y="2258568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55848" y="2258568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25856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67328" y="22951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67328" y="251460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67328" y="26791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feedparser fetches CoinDesk + Messari RSS. VADER + custom crypto lexicon → compound avg score.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54496" y="2258568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54496" y="2258568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25856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65976" y="22951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65976" y="251460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Cells 1–4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65976" y="26791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7-gate confidence scoring for all 5 coins. Short selling enabled. Outputs direction + confidence/100.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3099816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099816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09981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313639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 Loop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" y="335584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Cells 0–5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68680" y="35204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polling. RSI re-computed each cycle. Telegram + email on signal. STOP_FLAG to exit. ⚠️ DO NOT Run All.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55848" y="3099816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355848" y="3099816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309981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67328" y="313639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67328" y="335584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767328" y="35204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vectorbt Portfolio.from_signals(). Tests RSI 25/75 on all 5 coins over 1 year. Return/Win Rate/Drawdown metrics.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54496" y="3099816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54496" y="3099816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4496" y="309981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65976" y="313639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65976" y="335584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65976" y="35204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python-binance Client(testnet=True). Verify connection, print USDT/ETH/BTC/SOL/BNB/ADA testnet balances.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3941064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3941064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941064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68680" y="39776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Multi-Coin Trading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8680" y="41970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8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68680" y="4361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5-cycle paper trading loop. RSI 25/75 buy/sell on all 5 coins. Real testnet orders. Trade log saved to .pkl.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355848" y="3941064"/>
            <a:ext cx="2788920" cy="749808"/>
          </a:xfrm>
          <a:prstGeom prst="rect">
            <a:avLst/>
          </a:prstGeom>
          <a:solidFill>
            <a:srgbClr val="141414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55848" y="3941064"/>
            <a:ext cx="347472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55848" y="3941064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767328" y="39776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PPO Agent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767328" y="41970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Cell 1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767328" y="4361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zoro_ppo_agent.zip. Construct 10-dim observation vector. Predict BUY/SELL/HOLD action for all 5 coins.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94360" y="46634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CRITICAL: DO NOT use 'Run All Cells' — Cell 6 (Live Monitor) will lock the kernel indefinitely. Run cells individually in order.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6002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Original Bot vs ZORO — Full Comparison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77640" cy="3255264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Original Bot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834640" y="1591056"/>
            <a:ext cx="1417320" cy="384048"/>
          </a:xfrm>
          <a:prstGeom prst="rect">
            <a:avLst/>
          </a:prstGeom>
          <a:solidFill>
            <a:srgbClr val="1A0000"/>
          </a:solidFill>
          <a:ln w="25400">
            <a:solidFill>
              <a:srgbClr val="E3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91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 / 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RSI buy/sell signals only (30/70 thresholds)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459736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59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 polling — NOT live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706624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Gmail password in source code (!)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953512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962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or machine learning of any kind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60 days of historical data used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447288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backtesting or performance metrics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694176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703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 only — no Telegram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3941064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950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coin — ETH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4187952"/>
            <a:ext cx="201168" cy="201168"/>
          </a:xfrm>
          <a:prstGeom prst="rect">
            <a:avLst/>
          </a:prstGeom>
          <a:solidFill>
            <a:srgbClr val="1A0000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E24"/>
                </a:solidFill>
              </a:rPr>
              <a:t>✗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run — no loop, no scheduler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1444752"/>
            <a:ext cx="3977640" cy="3255264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ZORO Bot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7086600" y="1591056"/>
            <a:ext cx="1417320" cy="384048"/>
          </a:xfrm>
          <a:prstGeom prst="rect">
            <a:avLst/>
          </a:prstGeom>
          <a:solidFill>
            <a:srgbClr val="0A1A0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1591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 / 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892040" y="2212848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2221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25/75 + MACD + Bollinger + ATR + SMC/ICT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92040" y="2459736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459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468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WebSocket live tick feed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2706624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66360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.env credentials (python-dotenv)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92040" y="2953512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66360" y="2962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LSTM + RL PPO agent (200K steps trained)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3200400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66360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days of data + walk-forward validation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92040" y="3447288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66360" y="3456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ratio, win rate, max drawdown metrics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92040" y="3694176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66360" y="3703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Telegram alerts with full order details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92040" y="3941064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66360" y="3950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coins: ETH BTC SOL BNB ADA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92040" y="4187952"/>
            <a:ext cx="201168" cy="201168"/>
          </a:xfrm>
          <a:prstGeom prst="rect">
            <a:avLst/>
          </a:prstGeom>
          <a:solidFill>
            <a:srgbClr val="0A1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16636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auto loop with clean STOP_FLAG control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53162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CONFIG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Credentials, Configuration &amp; Run Order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4114800" cy="201168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5179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FILE  —  REQUIRED VARIABLES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GMAIL_ADDRESS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your@gmail.com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GMAIL_APP_PASSWORD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8920" y="2075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xxxx xxxx xxxx xxxx  (App Password)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322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BINANCE_TESTNET_API_KEY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from testnet.binance.vision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569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BINANCE_TESTNET_SECRET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25694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from testnet.binance.vision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TELEGRAM_TOKEN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88920" y="28163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from @BotFather on Telegram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TELEGRAM_CHAT_ID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30632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your numeric chat 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114800" cy="1444752"/>
          </a:xfrm>
          <a:prstGeom prst="rect">
            <a:avLst/>
          </a:prstGeom>
          <a:solidFill>
            <a:srgbClr val="141414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62102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CLASS  —  KEY PARAMETERS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39319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CRYPTO_SYMBOLS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57400" y="39319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['ETH-USD','BTC-USD','SOL-USD','BNB-USD','ADA-USD']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4105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57400" y="410565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'180d'  (Upgrade F — was 60d in original)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279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057400" y="42793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'1h'  (hourly bars)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" y="4453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RSI_OVERSOLD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57400" y="44531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25  (tightened from 30 in original)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" y="46268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RSI_OVERBOUGHT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57400" y="46268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75  (tightened from 70 in original)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4800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INITIAL_CAPITAL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057400" y="480060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$10,000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444752"/>
            <a:ext cx="3931920" cy="3547872"/>
          </a:xfrm>
          <a:prstGeom prst="rect">
            <a:avLst/>
          </a:prstGeom>
          <a:solidFill>
            <a:srgbClr val="141414"/>
          </a:solidFill>
          <a:ln w="15240">
            <a:solidFill>
              <a:srgbClr val="E31E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15179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RUN ORDER — DO NOT SKIP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64608" y="1874520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8745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40096" y="1892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first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55664" y="18928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credentials, helpers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64608" y="2176272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1762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40096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55664" y="21945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fetch, indicators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64608" y="2478024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4780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40096" y="2496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C1 (opt.)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55664" y="24963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 demo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64608" y="2779776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7797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40096" y="27980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55664" y="279806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model load/train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64608" y="3081528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081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40096" y="3099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55664" y="3099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64608" y="3383280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3832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40096" y="3401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C1–C4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55664" y="34015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3685032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E31E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685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340096" y="3703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C0–C5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55664" y="37033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DO NOT Run All — locks kernel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64608" y="3986784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39867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40096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C1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55664" y="40050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64608" y="4288536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42885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C8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40096" y="4306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455664" y="43068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 connect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64608" y="4590288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64608" y="459028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340096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C8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55664" y="460857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Multi-coin paper trading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64608" y="4892040"/>
            <a:ext cx="411480" cy="237744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48920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340096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455664" y="49103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PPO agent signals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Summary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057400" cy="1234440"/>
          </a:xfrm>
          <a:prstGeom prst="rect">
            <a:avLst/>
          </a:prstGeom>
          <a:solidFill>
            <a:srgbClr val="0A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179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RATING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 / 10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633472" y="1444752"/>
            <a:ext cx="2057400" cy="1234440"/>
          </a:xfrm>
          <a:prstGeom prst="rect">
            <a:avLst/>
          </a:prstGeom>
          <a:solidFill>
            <a:srgbClr val="0A1A0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24912" y="15179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WIN RATE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79192" y="17190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64.8%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809744" y="1444752"/>
            <a:ext cx="2057400" cy="123444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01184" y="15179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ALPHA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55464" y="17190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+38.8%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6986016" y="1444752"/>
            <a:ext cx="2057400" cy="1234440"/>
          </a:xfrm>
          <a:prstGeom prst="rect">
            <a:avLst/>
          </a:prstGeom>
          <a:solidFill>
            <a:srgbClr val="0A0D1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77456" y="15179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DONE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031736" y="17190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→ G  (7)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5029200" cy="2057400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288950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METRICS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3163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0876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 return (bear market)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82112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−1.6%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08760" y="3383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Strategy return (bear market)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82112" y="3383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−40.4%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08760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&amp; Hold return (bear market)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82112" y="3602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822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0876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features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82112" y="3822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inputs, 60-step seq, 4h horizon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08760" y="4041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architecture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82112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LSTM → 64 LSTM → Dense 32 → Sigmoid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Agent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08760" y="4261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82112" y="4261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(Stable-Baselines3, 200K steps)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4480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508760" y="4480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space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82112" y="4480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SELL / HOLD  (3 discrete)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2816352"/>
            <a:ext cx="3017520" cy="2057400"/>
          </a:xfrm>
          <a:prstGeom prst="rect">
            <a:avLst/>
          </a:prstGeom>
          <a:solidFill>
            <a:srgbClr val="141414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79008" y="288950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79008" y="32186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3200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 on 2025–2026 live data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79008" y="34381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25312" y="3419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real Binance account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79008" y="3657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5312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optimization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79008" y="387705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SMC/ICT pattern recognition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79008" y="40965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25312" y="40782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Multi-timeframe confirmation signals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79008" y="43159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25312" y="4297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heat map in dashboard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79008" y="45354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5312" y="45171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bot integration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ZORO  —  CRYPTO AI TRADING BOT  ·  SHIVAM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Complete.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4846320" cy="45720"/>
          </a:xfrm>
          <a:prstGeom prst="rect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042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a basic RSI script with a hardcoded password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full AI trading system with LSTM + RL + WebSockets.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ZORO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19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 ·  May 2026  ·  Upgrade G Final  ·  Crypto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5020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64208" y="3950208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395020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71216" y="3950208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395020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Stable-Baselines3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78224" y="3950208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395020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API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6110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64208" y="4261104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6110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NLP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71216" y="4261104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426110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78224" y="4261104"/>
            <a:ext cx="1115568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8224" y="426110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vectorbt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256032"/>
            <a:ext cx="3154680" cy="4608576"/>
          </a:xfrm>
          <a:prstGeom prst="rect">
            <a:avLst/>
          </a:prstGeom>
          <a:solidFill>
            <a:srgbClr val="141414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4206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 STATS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694944"/>
            <a:ext cx="283464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841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841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/ 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1179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1179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G  (7 total)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23760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 BTC SOL BNB ADA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+ RL PPO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win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alpha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23760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+38.8% vs RSI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Testnet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Telegram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2376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KATANA (Streamlit)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cells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cells (C0–C10)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6072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376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 ·  TENSORFLOW  ·  STABLE-BASELINES3  ·  BINANCE API  ·  STREAMLIT  ·  WEBSOCKETS  ·  VADER NLP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ZORO — Crypto Intelligence Terminal</dc:title>
  <dc:subject>PptxGenJS Presentation</dc:subject>
  <dc:creator>Shivam</dc:creator>
  <cp:lastModifiedBy>Shivam</cp:lastModifiedBy>
  <cp:revision>1</cp:revision>
  <dcterms:created xsi:type="dcterms:W3CDTF">2026-05-27T10:28:26Z</dcterms:created>
  <dcterms:modified xsi:type="dcterms:W3CDTF">2026-05-27T10:28:26Z</dcterms:modified>
</cp:coreProperties>
</file>